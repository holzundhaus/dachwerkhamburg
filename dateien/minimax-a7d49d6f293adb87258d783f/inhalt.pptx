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werkhamburg/eigenleistung-am-dach-vorbereitung-und-grenzen/" TargetMode="External"/><Relationship Id="rId3" Type="http://schemas.openxmlformats.org/officeDocument/2006/relationships/hyperlink" Target="https://holzundhaus.github.io/dachwerkhamburg/dateien/minimax-a7d49d6f293adb87258d783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Eigenleistung am Dach: Was Hauseigentümer selbst vorbereiten dürfen und was in Fachhände gehört · Erklärende Präsentation</a:t>
            </a:r>
          </a:p>
        </p:txBody>
      </p:sp>
      <p:sp>
        <p:nvSpPr>
          <p:cNvPr id="3" name="Content Placeholder 2"/>
          <p:cNvSpPr>
            <a:spLocks noGrp="1"/>
          </p:cNvSpPr>
          <p:nvPr>
            <p:ph idx="1"/>
          </p:nvPr>
        </p:nvSpPr>
        <p:spPr/>
        <p:txBody>
          <a:bodyPr/>
          <a:lstStyle/>
          <a:p>
            <a:r>
              <a:t>Überblick: Wer Dacharbeiten vorbereitet, kann den Fachbetrieb unterstützen, ohne Verantwortung für Sicherheit, Abdichtung oder Statik zu übernehmen. Entscheidend ist eine klare Trennung: Eigentümer dokumentieren, organisieren und schaffen Zugang; Dachdeckung, Anschlüsse und konstruktive Aufgaben bleiben in Fachhänden. Der folgende Leitfaden zeigt einen strukturierten Ablauf für die Eigenleistung am Dach und greift typische Fehlentscheidungen sowie erkennbare Grenzen auf.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Vorbereitungen können Eigentümer sinnvoll übernehmen?</a:t>
            </a:r>
          </a:p>
        </p:txBody>
      </p:sp>
      <p:sp>
        <p:nvSpPr>
          <p:cNvPr id="3" name="Content Placeholder 2"/>
          <p:cNvSpPr>
            <a:spLocks noGrp="1"/>
          </p:cNvSpPr>
          <p:nvPr>
            <p:ph idx="1"/>
          </p:nvPr>
        </p:nvSpPr>
        <p:spPr/>
        <p:txBody>
          <a:bodyPr/>
          <a:lstStyle/>
          <a:p>
            <a:pPr>
              <a:defRPr sz="1800"/>
            </a:pPr>
            <a:r>
              <a:t>Eine sinnvolle Eigenleistung beginnt mit der Bestandsaufnahme. Fotos mit Datum und Kontext zeigen, wo Feuchte sichtbar ist, seit wann sie auftritt und bei welchem Wetter sie erscheint. Hilfreich sind außerdem vorhandene Pläne, frühere Rechnungen und Wartungsprotokolle. Eigentümer können Möbel abdecken, empfindliche Böden schützen und Deckenverkleidungen zugänglich machen. Ebenso gehört es zur Vorbereitung, Stellflächen für Material, freie Zugangswege und Hinweise zu Beeinträchtigungen der Nachbarschaft zu klären. Mit Dachart, sichtbaren Symptomen, erkennbaren Auslösern und gewünschtem Terminrahmen entsteht eine nachvollziehbare Anfrage. Der 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Vorbereitungen können Eigentümer sinnvoll übernehmen?</a:t>
            </a:r>
          </a:p>
        </p:txBody>
      </p:sp>
      <p:sp>
        <p:nvSpPr>
          <p:cNvPr id="3" name="Content Placeholder 2"/>
          <p:cNvSpPr>
            <a:spLocks noGrp="1"/>
          </p:cNvSpPr>
          <p:nvPr>
            <p:ph idx="1"/>
          </p:nvPr>
        </p:nvSpPr>
        <p:spPr/>
        <p:txBody>
          <a:bodyPr/>
          <a:lstStyle/>
          <a:p>
            <a:pPr>
              <a:defRPr sz="1800"/>
            </a:pPr>
            <a:r>
              <a:t>atgeber zur Eigenleistung am Dach erläutert diese vorbereitenden Aufgaben und ihre Abgrenzung zur eigentlichen Dacharbeit.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Arbeiten gehören grundsätzlich in Fachhände?</a:t>
            </a:r>
          </a:p>
        </p:txBody>
      </p:sp>
      <p:sp>
        <p:nvSpPr>
          <p:cNvPr id="3" name="Content Placeholder 2"/>
          <p:cNvSpPr>
            <a:spLocks noGrp="1"/>
          </p:cNvSpPr>
          <p:nvPr>
            <p:ph idx="1"/>
          </p:nvPr>
        </p:nvSpPr>
        <p:spPr/>
        <p:txBody>
          <a:bodyPr/>
          <a:lstStyle/>
          <a:p>
            <a:pPr>
              <a:defRPr sz="1800"/>
            </a:pPr>
            <a:r>
              <a:t>Arbeiten auf Steil- und Flachdächern erfordern geeignete Schutzausrüstung, Absturzsicherung und Erfahrung mit der jeweiligen Deckung. Eigentümer sollten das Dach daher nicht für eigene Reparaturversuche betreten. Das gilt auch für Eingriffe in den Schichtaufbau: Unterdeckung, Unterspannbahn, Dämmung, Dampfbremse und Tragwerk müssen zusammen funktionieren. Das Eindrücken von Dämmung oder das unsachgemäße Befestigen von Anbauteilen kannFolgeschäden verursachen. Schornsteine, Gauben, Dachflächenfenster, Kehlen, Traufen und Regenrinnen bilden sensible Anschlussbereiche. Wer hier Material verändert oder Details öffnet, übernimmt zusätzlich Risiken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Arbeiten gehören grundsätzlich in Fachhände?</a:t>
            </a:r>
          </a:p>
        </p:txBody>
      </p:sp>
      <p:sp>
        <p:nvSpPr>
          <p:cNvPr id="3" name="Content Placeholder 2"/>
          <p:cNvSpPr>
            <a:spLocks noGrp="1"/>
          </p:cNvSpPr>
          <p:nvPr>
            <p:ph idx="1"/>
          </p:nvPr>
        </p:nvSpPr>
        <p:spPr/>
        <p:txBody>
          <a:bodyPr/>
          <a:lstStyle/>
          <a:p>
            <a:pPr>
              <a:defRPr sz="1800"/>
            </a:pPr>
            <a:r>
              <a:t> für die Abdichtung. Grundsätzlich besser ist eine kurze provisorische Sicherung im Innenraum, etwa durch Plane oder Eimer, statt eigener Arbeiten auf der Dachfläche.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wird Eigenleistung zu einer klaren Schnittstelle?</a:t>
            </a:r>
          </a:p>
        </p:txBody>
      </p:sp>
      <p:sp>
        <p:nvSpPr>
          <p:cNvPr id="3" name="Content Placeholder 2"/>
          <p:cNvSpPr>
            <a:spLocks noGrp="1"/>
          </p:cNvSpPr>
          <p:nvPr>
            <p:ph idx="1"/>
          </p:nvPr>
        </p:nvSpPr>
        <p:spPr/>
        <p:txBody>
          <a:bodyPr/>
          <a:lstStyle/>
          <a:p>
            <a:pPr>
              <a:defRPr sz="1800"/>
            </a:pPr>
            <a:r>
              <a:t>Ein guter Ablauf verbindet Vorbereitung und Facharbeit, statt sie gegeneinander abzugrenzen. Zunächst werden Schaden und Umfeld dokumentiert und vorhandene Unterlagen zusammengestellt. Anschließend formuliert der Eigentümer seine Anfrage. Der Fachbetrieb prüft den Ort, beschreibt den Befund und benennt, welche Aufgaben bei wem liegen. Der Eigentümer übernimmt vorbereitende Arbeiten wie Zugang, Innenschutz und die Bereitstellung einer Materialfläche. Die eigentliche Dacharbeit führt der Fachbetrieb aus. Zum Abschluss gehören eine gemeinsame Sichtprüfung sowie eine Dokumentation der ausgeführten Maßnahmen für die eigenen Unterlagen und gegebene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wird Eigenleistung zu einer klaren Schnittstelle?</a:t>
            </a:r>
          </a:p>
        </p:txBody>
      </p:sp>
      <p:sp>
        <p:nvSpPr>
          <p:cNvPr id="3" name="Content Placeholder 2"/>
          <p:cNvSpPr>
            <a:spLocks noGrp="1"/>
          </p:cNvSpPr>
          <p:nvPr>
            <p:ph idx="1"/>
          </p:nvPr>
        </p:nvSpPr>
        <p:spPr/>
        <p:txBody>
          <a:bodyPr/>
          <a:lstStyle/>
          <a:p>
            <a:pPr>
              <a:defRPr sz="1800"/>
            </a:pPr>
            <a:r>
              <a:t>nfalls die Versicherung. So bleiben Zuständigkeiten verständlich und spätere Absprachen nachvollziehbar.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sollte die eigene Vorbereitung enden?</a:t>
            </a:r>
          </a:p>
        </p:txBody>
      </p:sp>
      <p:sp>
        <p:nvSpPr>
          <p:cNvPr id="3" name="Content Placeholder 2"/>
          <p:cNvSpPr>
            <a:spLocks noGrp="1"/>
          </p:cNvSpPr>
          <p:nvPr>
            <p:ph idx="1"/>
          </p:nvPr>
        </p:nvSpPr>
        <p:spPr/>
        <p:txBody>
          <a:bodyPr/>
          <a:lstStyle/>
          <a:p>
            <a:pPr>
              <a:defRPr sz="1800"/>
            </a:pPr>
            <a:r>
              <a:t>Eine fachliche Aufnahme ist besonders sinnvoll, wenn mehrere undichte Stellen oder ein deutlich durchnässter Bereich erkennbar sind. Auch morsche oder durchfeuchtete Latten, Schalung oder Dämmung sowie deutlich verformte Anschlüsse, Kehlen oder Regenrinnen deuten auf einen größeren Befund hin. Nach Sturmereignissen können gelöste oder verrutschte Teile auf oder unter dem Dach liegen. In solchen Fällen wären eigene Reparaturversuche weder sicher noch planbar. Außerdem verändert Eigenleistung die Haftungslage. Deshalb empfiehlt es sich, vor Beginn die Versicherungsunterlagen und die Pflichten aus Eigentum und Nutzung zu prüfen, ohne daraus ohne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sollte die eigene Vorbereitung enden?</a:t>
            </a:r>
          </a:p>
        </p:txBody>
      </p:sp>
      <p:sp>
        <p:nvSpPr>
          <p:cNvPr id="3" name="Content Placeholder 2"/>
          <p:cNvSpPr>
            <a:spLocks noGrp="1"/>
          </p:cNvSpPr>
          <p:nvPr>
            <p:ph idx="1"/>
          </p:nvPr>
        </p:nvSpPr>
        <p:spPr/>
        <p:txBody>
          <a:bodyPr/>
          <a:lstStyle/>
          <a:p>
            <a:pPr>
              <a:defRPr sz="1800"/>
            </a:pPr>
            <a:r>
              <a:t> Prüfung konkrete Aussagen zu Folgen abzuleiten. Bei Unsicherheit bleibt der Fachbetrieb die zuständige Stelle für Bewertung und Ausführung.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regionalen Aspekte sind bei der Vorbereitung wichtig?</a:t>
            </a:r>
          </a:p>
        </p:txBody>
      </p:sp>
      <p:sp>
        <p:nvSpPr>
          <p:cNvPr id="3" name="Content Placeholder 2"/>
          <p:cNvSpPr>
            <a:spLocks noGrp="1"/>
          </p:cNvSpPr>
          <p:nvPr>
            <p:ph idx="1"/>
          </p:nvPr>
        </p:nvSpPr>
        <p:spPr/>
        <p:txBody>
          <a:bodyPr/>
          <a:lstStyle/>
          <a:p>
            <a:pPr>
              <a:defRPr sz="1800"/>
            </a:pPr>
            <a:r>
              <a:t>In Hamburg gehören Wind, Regen und Salzluft zum Umfeld, in dem Dachanschlüsse besonders sorgfältig funktionieren müssen. Ein einzelner sichtbarer Schaden kann mit dem Zustand der Gesamtkonstruktion zusammenhängen. Deshalb sollte die Dokumentation nicht nur eine Fleckstelle erfassen, sondern auch Dachart, Wetterereignisse, betroffene Innenräume und sichtbare Veränderungen beschreiben. Die Vorbereitung schafft dann eine belastbare Grundlage für Einschätzung und Terminierung. Ergänzende Orientierung bietet der Beitrag zu Regenwasser, Carport und Terrassenüberdachung in Essen. Er schafft einen thematischen Übergang zu ergänzenden Planungsfragen,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regionalen Aspekte sind bei der Vorbereitung wichtig?</a:t>
            </a:r>
          </a:p>
        </p:txBody>
      </p:sp>
      <p:sp>
        <p:nvSpPr>
          <p:cNvPr id="3" name="Content Placeholder 2"/>
          <p:cNvSpPr>
            <a:spLocks noGrp="1"/>
          </p:cNvSpPr>
          <p:nvPr>
            <p:ph idx="1"/>
          </p:nvPr>
        </p:nvSpPr>
        <p:spPr/>
        <p:txBody>
          <a:bodyPr/>
          <a:lstStyle/>
          <a:p>
            <a:pPr>
              <a:defRPr sz="1800"/>
            </a:pPr>
            <a:r>
              <a:t>ohne dass daraus ohne gesicherte Angaben konkrete Ausführungs- oder Kostenvorgaben abgeleitet werden.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Eigenleistung am Dach: Was Hauseigentümer selbst vorbereiten dürfen und was in Fachhände gehört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