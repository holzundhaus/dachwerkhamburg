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hamburg/-/blob/14a67215d12b4742a1f2b8412f32961e1a87ed1f/_posts/2026-10-28-sturmschaden-dach-dokumentation-checkliste.md" TargetMode="External"/><Relationship Id="rId3" Type="http://schemas.openxmlformats.org/officeDocument/2006/relationships/hyperlink" Target="https://holzundhaus.github.io/dachwerkhamburg/dateien/minimax-b7e6ed703bbfbb222e0e61b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Sturmschaden am Dach dokumentieren: Checkliste für Eigentümer · Erklärende Präsentation</a:t>
            </a:r>
          </a:p>
        </p:txBody>
      </p:sp>
      <p:sp>
        <p:nvSpPr>
          <p:cNvPr id="3" name="Content Placeholder 2"/>
          <p:cNvSpPr>
            <a:spLocks noGrp="1"/>
          </p:cNvSpPr>
          <p:nvPr>
            <p:ph idx="1"/>
          </p:nvPr>
        </p:nvSpPr>
        <p:spPr/>
        <p:txBody>
          <a:bodyPr/>
          <a:lstStyle/>
          <a:p>
            <a:r>
              <a:t>Überblick: Nach einem Sturm ist eine strukturierte Dokumentation wichtig, damit Versicherung und Fachbetrieb den Schaden nachvollziehen können. Die folgenden Hinweise unterstützen Eigentümer dabei, sichtbare Schäden am Dach festzuhalten, Wassereintritt zu erkennen und die nächsten Schritte vorzubereiten. Sie ersetzen keine fachliche Begutachtung und greifen nicht in die konkrete Schadensbewertung ein.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vollständige Dokumentation hilfreich ist</a:t>
            </a:r>
          </a:p>
        </p:txBody>
      </p:sp>
      <p:sp>
        <p:nvSpPr>
          <p:cNvPr id="3" name="Content Placeholder 2"/>
          <p:cNvSpPr>
            <a:spLocks noGrp="1"/>
          </p:cNvSpPr>
          <p:nvPr>
            <p:ph idx="1"/>
          </p:nvPr>
        </p:nvSpPr>
        <p:spPr/>
        <p:txBody>
          <a:bodyPr/>
          <a:lstStyle/>
          <a:p>
            <a:pPr>
              <a:defRPr sz="1800"/>
            </a:pPr>
            <a:r>
              <a:t>Nach einem Sturmschaden zählt nicht nur der schnelle Anruf bei einem Fachbetrieb, sondern auch eine sorgfältige Aufnahme der Situation. Versicherungen und Handwerksbetriebe benötigen belastbare Angaben, um Umfang, Ort und mögliche Folgeschäden einzuordnen. Unklare Fotos, fehlende Zeitangaben oder unvollständige Beschreibungen können deshalb zu Rückfragen und Verzögerungen führen.</a:t>
            </a:r>
          </a:p>
          <a:p>
            <a:pPr>
              <a:defRPr sz="1800"/>
            </a:pPr>
          </a:p>
          <a:p>
            <a:pPr>
              <a:defRPr sz="1800"/>
            </a:pPr>
            <a:r>
              <a:t>Beginnen Sie mit einer kurzen Übersicht: Was ist sichtbar beschädigt, wo befindet sich die Schadensstelle und seit wann besteht der Schaden? Halten Sie zusätzlich fest, ob Wasser in das Gebäude gelangt ist. Diese Grundinformationen bilden den Rahmen für die weitere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vollständige Dokumentation hilfreich ist</a:t>
            </a:r>
          </a:p>
        </p:txBody>
      </p:sp>
      <p:sp>
        <p:nvSpPr>
          <p:cNvPr id="3" name="Content Placeholder 2"/>
          <p:cNvSpPr>
            <a:spLocks noGrp="1"/>
          </p:cNvSpPr>
          <p:nvPr>
            <p:ph idx="1"/>
          </p:nvPr>
        </p:nvSpPr>
        <p:spPr/>
        <p:txBody>
          <a:bodyPr/>
          <a:lstStyle/>
          <a:p>
            <a:pPr>
              <a:defRPr sz="1800"/>
            </a:pPr>
            <a:r>
              <a:t>Dokumentation und können später ergänzt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Schadensstelle und Schadenart genau beschreiben</a:t>
            </a:r>
          </a:p>
        </p:txBody>
      </p:sp>
      <p:sp>
        <p:nvSpPr>
          <p:cNvPr id="3" name="Content Placeholder 2"/>
          <p:cNvSpPr>
            <a:spLocks noGrp="1"/>
          </p:cNvSpPr>
          <p:nvPr>
            <p:ph idx="1"/>
          </p:nvPr>
        </p:nvSpPr>
        <p:spPr/>
        <p:txBody>
          <a:bodyPr/>
          <a:lstStyle/>
          <a:p>
            <a:pPr>
              <a:defRPr sz="1800"/>
            </a:pPr>
            <a:r>
              <a:t>Notieren Sie die ungefähre Position auf dem Dach, zum Beispiel im hinteren Dachbereich oder an einer Gaube. Die Himmelsrichtung kann zusätzlich helfen, den Ort später auf einer Skizze oder in der Fotoliste wiederzufinden. Beschreiben Sie anschließend die Art des Schadens: Fehlen Ziegel, sind Flächen verschoben oder bestehen Risse? Auch beschädigte Anschlüsse, Dachrinnen oder sichtbare Undichtigkeiten sollten berücksichtigt werden.</a:t>
            </a:r>
          </a:p>
          <a:p>
            <a:pPr>
              <a:defRPr sz="1800"/>
            </a:pPr>
          </a:p>
          <a:p>
            <a:pPr>
              <a:defRPr sz="1800"/>
            </a:pPr>
            <a:r>
              <a:t>Für die weitere Einordnung kann der [passende Beitrag zur Dachinstandsetzung](https://gitlab.com/info4678/dachwerkhamburg/-/blob/14a67215d12b4742a1f2b8412f32961e1a87ed1f/_posts/2026-10-28-sturmschaden-dach-dokument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Schadensstelle und Schadenart genau beschreiben</a:t>
            </a:r>
          </a:p>
        </p:txBody>
      </p:sp>
      <p:sp>
        <p:nvSpPr>
          <p:cNvPr id="3" name="Content Placeholder 2"/>
          <p:cNvSpPr>
            <a:spLocks noGrp="1"/>
          </p:cNvSpPr>
          <p:nvPr>
            <p:ph idx="1"/>
          </p:nvPr>
        </p:nvSpPr>
        <p:spPr/>
        <p:txBody>
          <a:bodyPr/>
          <a:lstStyle/>
          <a:p>
            <a:pPr>
              <a:defRPr sz="1800"/>
            </a:pPr>
            <a:r>
              <a:t>ation-checkliste.md) herangezogen werden. Er liefert keinen Ersatz für die Prüfung durch einen Fachbetrieb, kann aber bei der Vorbereitung der Unterlagen helfen.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mit Übersicht und Detailaufnahme erstellen</a:t>
            </a:r>
          </a:p>
        </p:txBody>
      </p:sp>
      <p:sp>
        <p:nvSpPr>
          <p:cNvPr id="3" name="Content Placeholder 2"/>
          <p:cNvSpPr>
            <a:spLocks noGrp="1"/>
          </p:cNvSpPr>
          <p:nvPr>
            <p:ph idx="1"/>
          </p:nvPr>
        </p:nvSpPr>
        <p:spPr/>
        <p:txBody>
          <a:bodyPr/>
          <a:lstStyle/>
          <a:p>
            <a:pPr>
              <a:defRPr sz="1800"/>
            </a:pPr>
            <a:r>
              <a:t>Fotografieren Sie zunächst das gesamte Dach und danach einzelne Schadensstellen aus unterschiedlichen Blickwinkeln. Detailaufnahmen sollten möglichst einen Maßstab enthalten, beispielsweise einen Zollstock neben der betroffenen Stelle. So lässt sich die Größe des Schadens besser einschätzen. Achten Sie auf gleichmäßige Beleuchtung und vermeiden Sie Spiegelungen, die die Sichtbarkeit der Schäden einschränken.</a:t>
            </a:r>
          </a:p>
          <a:p>
            <a:pPr>
              <a:defRPr sz="1800"/>
            </a:pPr>
          </a:p>
          <a:p>
            <a:pPr>
              <a:defRPr sz="1800"/>
            </a:pPr>
            <a:r>
              <a:t>Entfernte oder schwer erreichbare Bereiche lassen sich gegebenenfalls mit einem Teleobjektiv erfassen. Lassen Sie keine erreichbaren Flächen aus, nur weil der Zugang schwierig ist. Benennen Sie die Fotos später eindeutig, zum Beispiel 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mit Übersicht und Detailaufnahme erstellen</a:t>
            </a:r>
          </a:p>
        </p:txBody>
      </p:sp>
      <p:sp>
        <p:nvSpPr>
          <p:cNvPr id="3" name="Content Placeholder 2"/>
          <p:cNvSpPr>
            <a:spLocks noGrp="1"/>
          </p:cNvSpPr>
          <p:nvPr>
            <p:ph idx="1"/>
          </p:nvPr>
        </p:nvSpPr>
        <p:spPr/>
        <p:txBody>
          <a:bodyPr/>
          <a:lstStyle/>
          <a:p>
            <a:pPr>
              <a:defRPr sz="1800"/>
            </a:pPr>
            <a:r>
              <a:t>ch Aufnahmezeit, Ort und Schadensart. Datierte Aufnahmen erleichtern die Zuordnung des Schadens zum Sturm.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Wassereintritt und Folgeschäden sichern</a:t>
            </a:r>
          </a:p>
        </p:txBody>
      </p:sp>
      <p:sp>
        <p:nvSpPr>
          <p:cNvPr id="3" name="Content Placeholder 2"/>
          <p:cNvSpPr>
            <a:spLocks noGrp="1"/>
          </p:cNvSpPr>
          <p:nvPr>
            <p:ph idx="1"/>
          </p:nvPr>
        </p:nvSpPr>
        <p:spPr/>
        <p:txBody>
          <a:bodyPr/>
          <a:lstStyle/>
          <a:p>
            <a:pPr>
              <a:defRPr sz="1800"/>
            </a:pPr>
            <a:r>
              <a:t>Wenn Wasser durch die Dachhaut gelangt, dokumentieren Sie sowohl die sichtbare Feuchtigkeit im Innenraum als auch den Ort des Wassereintritts. Fotografieren Sie betroffene Stellen an Decken und Wänden und notieren Sie, wo es tropft. Schützen Sie Möbel, Böden und andere gefährdete Gegenstände, ohne die Schadensstelle unnötig zu verändern oder zu betreten.</a:t>
            </a:r>
          </a:p>
          <a:p>
            <a:pPr>
              <a:defRPr sz="1800"/>
            </a:pPr>
          </a:p>
          <a:p>
            <a:pPr>
              <a:defRPr sz="1800"/>
            </a:pPr>
            <a:r>
              <a:t>Eine zeitliche Reihenfolge hilft: Wann wurde der Sturmschaden bemerkt, wann sind erste Feuchtstellen aufgetreten und welche Bereiche sind aktuell betroffen? Diese Angaben gehören ebenfalls in die Unterlagen für Versicherung und Handwerksbetrieb.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Versicherung und Fachbetrieb zusammenstellen</a:t>
            </a:r>
          </a:p>
        </p:txBody>
      </p:sp>
      <p:sp>
        <p:nvSpPr>
          <p:cNvPr id="3" name="Content Placeholder 2"/>
          <p:cNvSpPr>
            <a:spLocks noGrp="1"/>
          </p:cNvSpPr>
          <p:nvPr>
            <p:ph idx="1"/>
          </p:nvPr>
        </p:nvSpPr>
        <p:spPr/>
        <p:txBody>
          <a:bodyPr/>
          <a:lstStyle/>
          <a:p>
            <a:pPr>
              <a:defRPr sz="1800"/>
            </a:pPr>
            <a:r>
              <a:t>Bereiten Sie eine übersichtliche Schadensmeldung vor. Dazu gehören der Versicherungsvertrag und eine vorhandene Schadennummer, Datum und Uhrzeit des Sturms, die Adresse sowie die betroffene Dachfläche. Ergänzen Sie eine kurze Beschreibung der sichtbaren Schäden, die Fotoliste und Angaben zu Folgeschäden im Innenraum.</a:t>
            </a:r>
          </a:p>
          <a:p>
            <a:pPr>
              <a:defRPr sz="1800"/>
            </a:pPr>
          </a:p>
          <a:p>
            <a:pPr>
              <a:defRPr sz="1800"/>
            </a:pPr>
            <a:r>
              <a:t>Eine Notmaßnahme kann helfen, weiteren Schaden zu begrenzen. Sie ersetzt jedoch nicht die spätere Fachbegutachtung, bei der auch angrenzende Bereiche und verdeckte Schichten geprüft werden. Die [Checkliste zur Sturmschaden-Dokumentation](https://gitlab.com/info4678/dachwerkhamburg/-/blob/14a67215d12b4742a1f2b8412f32961e1a87ed1f/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Versicherung und Fachbetrieb zusammenstellen</a:t>
            </a:r>
          </a:p>
        </p:txBody>
      </p:sp>
      <p:sp>
        <p:nvSpPr>
          <p:cNvPr id="3" name="Content Placeholder 2"/>
          <p:cNvSpPr>
            <a:spLocks noGrp="1"/>
          </p:cNvSpPr>
          <p:nvPr>
            <p:ph idx="1"/>
          </p:nvPr>
        </p:nvSpPr>
        <p:spPr/>
        <p:txBody>
          <a:bodyPr/>
          <a:lstStyle/>
          <a:p>
            <a:pPr>
              <a:defRPr sz="1800"/>
            </a:pPr>
            <a:r>
              <a:t>_posts/2026-10-28-sturmschaden-dach-dokumentation-checkliste.md) kann als praktische Orientierung für diese Sammlung dienen.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Sturmschaden am Dach dokumentieren: Checkliste für Eigentümer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